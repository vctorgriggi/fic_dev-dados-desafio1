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Raleway Heavy" charset="1" panose="00000000000000000000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jpeg"/><Relationship Id="rId5" Type="http://schemas.openxmlformats.org/officeDocument/2006/relationships/image" Target="../media/image6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4.jpe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7502" y="5590237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5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5454" y="-1986481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57E"/>
            </a:solidFill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7857" y="-643475"/>
            <a:ext cx="1286950" cy="12869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57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57E"/>
            </a:solidFill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757394" y="752258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573918" y="3143201"/>
            <a:ext cx="9146584" cy="5246370"/>
            <a:chOff x="0" y="0"/>
            <a:chExt cx="7981950" cy="4578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1242011"/>
            <a:ext cx="3447512" cy="619947"/>
          </a:xfrm>
          <a:custGeom>
            <a:avLst/>
            <a:gdLst/>
            <a:ahLst/>
            <a:cxnLst/>
            <a:rect r="r" b="b" t="t" l="l"/>
            <a:pathLst>
              <a:path h="619947" w="3447512">
                <a:moveTo>
                  <a:pt x="0" y="0"/>
                </a:moveTo>
                <a:lnTo>
                  <a:pt x="3447512" y="0"/>
                </a:lnTo>
                <a:lnTo>
                  <a:pt x="3447512" y="619947"/>
                </a:lnTo>
                <a:lnTo>
                  <a:pt x="0" y="6199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55" t="-219060" r="-2025" b="-26417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32827" y="2691442"/>
            <a:ext cx="7114876" cy="2079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Pipeline de Recomendação e Dashboard de Conteúdos Educacionais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2827" y="6049476"/>
            <a:ext cx="7366063" cy="147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Kevin da Silva Medeiros</a:t>
            </a:r>
          </a:p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Vinycius Yuji Mogami</a:t>
            </a:r>
          </a:p>
          <a:p>
            <a:pPr algn="l">
              <a:lnSpc>
                <a:spcPts val="3855"/>
              </a:lnSpc>
              <a:spcBef>
                <a:spcPct val="0"/>
              </a:spcBef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Victor Griggi Moreira Regis da Silva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43576" y="1175336"/>
            <a:ext cx="8541878" cy="168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Fundamentos de Dados para IA - Prof. Elmo de Faria e Prof. Josiel Figueiredo</a:t>
            </a:r>
          </a:p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Pitch Técnico - Desafio 01 - Turma Noturno</a:t>
            </a:r>
          </a:p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13 de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4447" y="7114464"/>
            <a:ext cx="4031201" cy="1406943"/>
            <a:chOff x="0" y="0"/>
            <a:chExt cx="922973" cy="322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2973" cy="322130"/>
            </a:xfrm>
            <a:custGeom>
              <a:avLst/>
              <a:gdLst/>
              <a:ahLst/>
              <a:cxnLst/>
              <a:rect r="r" b="b" t="t" l="l"/>
              <a:pathLst>
                <a:path h="322130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322130"/>
                  </a:lnTo>
                  <a:lnTo>
                    <a:pt x="0" y="32213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22973" cy="36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5081" y="7114464"/>
            <a:ext cx="4031201" cy="1406943"/>
            <a:chOff x="0" y="0"/>
            <a:chExt cx="922973" cy="322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2973" cy="322130"/>
            </a:xfrm>
            <a:custGeom>
              <a:avLst/>
              <a:gdLst/>
              <a:ahLst/>
              <a:cxnLst/>
              <a:rect r="r" b="b" t="t" l="l"/>
              <a:pathLst>
                <a:path h="322130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322130"/>
                  </a:lnTo>
                  <a:lnTo>
                    <a:pt x="0" y="32213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22973" cy="36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74462" y="7114464"/>
            <a:ext cx="4031201" cy="1406943"/>
            <a:chOff x="0" y="0"/>
            <a:chExt cx="922973" cy="322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2973" cy="322130"/>
            </a:xfrm>
            <a:custGeom>
              <a:avLst/>
              <a:gdLst/>
              <a:ahLst/>
              <a:cxnLst/>
              <a:rect r="r" b="b" t="t" l="l"/>
              <a:pathLst>
                <a:path h="322130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322130"/>
                  </a:lnTo>
                  <a:lnTo>
                    <a:pt x="0" y="32213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22973" cy="36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860439" y="9340175"/>
            <a:ext cx="21820987" cy="946825"/>
            <a:chOff x="0" y="0"/>
            <a:chExt cx="6110362" cy="2651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10362" cy="265132"/>
            </a:xfrm>
            <a:custGeom>
              <a:avLst/>
              <a:gdLst/>
              <a:ahLst/>
              <a:cxnLst/>
              <a:rect r="r" b="b" t="t" l="l"/>
              <a:pathLst>
                <a:path h="265132" w="611036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06057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66494" y="-816076"/>
            <a:ext cx="21820987" cy="1762900"/>
            <a:chOff x="0" y="0"/>
            <a:chExt cx="6110362" cy="4936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10362" cy="493651"/>
            </a:xfrm>
            <a:custGeom>
              <a:avLst/>
              <a:gdLst/>
              <a:ahLst/>
              <a:cxnLst/>
              <a:rect r="r" b="b" t="t" l="l"/>
              <a:pathLst>
                <a:path h="493651" w="6110362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06057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274462" y="3227081"/>
            <a:ext cx="4029711" cy="3887383"/>
          </a:xfrm>
          <a:custGeom>
            <a:avLst/>
            <a:gdLst/>
            <a:ahLst/>
            <a:cxnLst/>
            <a:rect r="r" b="b" t="t" l="l"/>
            <a:pathLst>
              <a:path h="3887383" w="4029711">
                <a:moveTo>
                  <a:pt x="0" y="0"/>
                </a:moveTo>
                <a:lnTo>
                  <a:pt x="4029711" y="0"/>
                </a:lnTo>
                <a:lnTo>
                  <a:pt x="4029711" y="3887383"/>
                </a:lnTo>
                <a:lnTo>
                  <a:pt x="0" y="3887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5" t="0" r="-1275" b="-630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28288" y="1352799"/>
            <a:ext cx="3447512" cy="619947"/>
          </a:xfrm>
          <a:custGeom>
            <a:avLst/>
            <a:gdLst/>
            <a:ahLst/>
            <a:cxnLst/>
            <a:rect r="r" b="b" t="t" l="l"/>
            <a:pathLst>
              <a:path h="619947" w="3447512">
                <a:moveTo>
                  <a:pt x="0" y="0"/>
                </a:moveTo>
                <a:lnTo>
                  <a:pt x="3447512" y="0"/>
                </a:lnTo>
                <a:lnTo>
                  <a:pt x="3447512" y="619948"/>
                </a:lnTo>
                <a:lnTo>
                  <a:pt x="0" y="619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5" t="-219060" r="-2025" b="-264178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94447" y="3230682"/>
            <a:ext cx="4031085" cy="3883782"/>
          </a:xfrm>
          <a:custGeom>
            <a:avLst/>
            <a:gdLst/>
            <a:ahLst/>
            <a:cxnLst/>
            <a:rect r="r" b="b" t="t" l="l"/>
            <a:pathLst>
              <a:path h="3883782" w="4031085">
                <a:moveTo>
                  <a:pt x="0" y="0"/>
                </a:moveTo>
                <a:lnTo>
                  <a:pt x="4031084" y="0"/>
                </a:lnTo>
                <a:lnTo>
                  <a:pt x="4031084" y="3883782"/>
                </a:lnTo>
                <a:lnTo>
                  <a:pt x="0" y="3883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92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035081" y="3230682"/>
            <a:ext cx="4031085" cy="3883782"/>
          </a:xfrm>
          <a:custGeom>
            <a:avLst/>
            <a:gdLst/>
            <a:ahLst/>
            <a:cxnLst/>
            <a:rect r="r" b="b" t="t" l="l"/>
            <a:pathLst>
              <a:path h="3883782" w="4031085">
                <a:moveTo>
                  <a:pt x="0" y="0"/>
                </a:moveTo>
                <a:lnTo>
                  <a:pt x="4031085" y="0"/>
                </a:lnTo>
                <a:lnTo>
                  <a:pt x="4031085" y="3883782"/>
                </a:lnTo>
                <a:lnTo>
                  <a:pt x="0" y="3883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792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06781" y="1867972"/>
            <a:ext cx="727443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Nossa equipe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69125" y="7331490"/>
            <a:ext cx="3481844" cy="896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3" spc="48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Kevin da Silva Medeiros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36756" y="7331490"/>
            <a:ext cx="3230575" cy="896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3" spc="48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Vinycius Yuji Mogami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76137" y="7331490"/>
            <a:ext cx="3230575" cy="8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3" spc="48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Victor Griggi M. Regis da Silva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56283" y="-2445901"/>
            <a:ext cx="15178802" cy="151788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2B1E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007842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18101" y="17679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35413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5318072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618101" y="7094753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7944228" y="2656032"/>
            <a:ext cx="373607" cy="37360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15313" y="4180490"/>
            <a:ext cx="373607" cy="37360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944228" y="7402839"/>
            <a:ext cx="373607" cy="37360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309460" y="5760481"/>
            <a:ext cx="373607" cy="37360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33118" y="1419877"/>
            <a:ext cx="5735870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Sobre o sistema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3118" y="4337067"/>
            <a:ext cx="5197013" cy="548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-5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 sistema</a:t>
            </a:r>
            <a:r>
              <a:rPr lang="en-US" sz="2600" spc="-5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nasceu para atender  uma plataforma institucional com cursos, vídeos, artig</a:t>
            </a:r>
            <a:r>
              <a:rPr lang="en-US" sz="2600" strike="noStrike" spc="-52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os, </a:t>
            </a:r>
            <a:r>
              <a:rPr lang="en-US" sz="2600" spc="-5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pod</a:t>
            </a:r>
            <a:r>
              <a:rPr lang="en-US" sz="2600" strike="noStrike" spc="-52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</a:t>
            </a:r>
            <a:r>
              <a:rPr lang="en-US" sz="2600" spc="-5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00" strike="noStrike" spc="-52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ts</a:t>
            </a:r>
            <a:r>
              <a:rPr lang="en-US" sz="2600" spc="-5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e outros materiais distribuídos em arquivos de diferentes formatos. A instituição deseja organizar esses dados, produzir recomendações e acompanhar os</a:t>
            </a:r>
          </a:p>
          <a:p>
            <a:pPr algn="l">
              <a:lnSpc>
                <a:spcPts val="3640"/>
              </a:lnSpc>
            </a:pPr>
            <a:r>
              <a:rPr lang="en-US" sz="2600" spc="-5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principais resultados em um dashboard.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47156" y="1937792"/>
            <a:ext cx="241763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64">
                <a:solidFill>
                  <a:srgbClr val="163EC3"/>
                </a:solidFill>
                <a:latin typeface="Poppins Bold"/>
                <a:ea typeface="Poppins Bold"/>
                <a:cs typeface="Poppins Bold"/>
                <a:sym typeface="Poppins Bold"/>
              </a:rPr>
              <a:t>Entrada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63159" y="20412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9058" y="38146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89058" y="5591284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63159" y="7367965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15231" y="3545787"/>
            <a:ext cx="576834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64">
                <a:solidFill>
                  <a:srgbClr val="163EC3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Processamento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15231" y="5486958"/>
            <a:ext cx="576834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64">
                <a:solidFill>
                  <a:srgbClr val="163EC3"/>
                </a:solidFill>
                <a:latin typeface="Poppins Bold"/>
                <a:ea typeface="Poppins Bold"/>
                <a:cs typeface="Poppins Bold"/>
                <a:sym typeface="Poppins Bold"/>
              </a:rPr>
              <a:t>Indicadores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23198" y="7233204"/>
            <a:ext cx="5768345" cy="56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64">
                <a:solidFill>
                  <a:srgbClr val="163EC3"/>
                </a:solidFill>
                <a:latin typeface="Poppins Bold"/>
                <a:ea typeface="Poppins Bold"/>
                <a:cs typeface="Poppins Bold"/>
                <a:sym typeface="Poppins Bold"/>
              </a:rPr>
              <a:t>Recomendação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15231" y="6062902"/>
            <a:ext cx="680909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Métricas e KPIs em views; dashboard no Apache Superset</a:t>
            </a:r>
          </a:p>
        </p:txBody>
      </p:sp>
      <p:sp>
        <p:nvSpPr>
          <p:cNvPr name="Sub 02" id="906"/>
          <p:cNvSpPr txBox="true"/>
          <p:nvPr/>
        </p:nvSpPr>
        <p:spPr>
          <a:xfrm rot="0">
            <a:off x="10917936" y="4114800"/>
            <a:ext cx="680909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Validação, tratamento, PostgreSQL, MongoDB e embeddings</a:t>
            </a:r>
          </a:p>
        </p:txBody>
      </p:sp>
      <p:sp>
        <p:nvSpPr>
          <p:cNvPr name="Sub 01" id="906"/>
          <p:cNvSpPr txBox="true"/>
          <p:nvPr/>
        </p:nvSpPr>
        <p:spPr>
          <a:xfrm rot="0">
            <a:off x="10351008" y="2487168"/>
            <a:ext cx="680909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Catálogo em CSV; interações e comentários em JSON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23198" y="7809149"/>
            <a:ext cx="680909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Busca semântica e pontuação por usuário (Ivis, Icur, Iconc)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4484060" y="809831"/>
            <a:ext cx="2791199" cy="501926"/>
          </a:xfrm>
          <a:custGeom>
            <a:avLst/>
            <a:gdLst/>
            <a:ahLst/>
            <a:cxnLst/>
            <a:rect r="r" b="b" t="t" l="l"/>
            <a:pathLst>
              <a:path h="501926" w="2791199">
                <a:moveTo>
                  <a:pt x="0" y="0"/>
                </a:moveTo>
                <a:lnTo>
                  <a:pt x="2791199" y="0"/>
                </a:lnTo>
                <a:lnTo>
                  <a:pt x="2791199" y="501926"/>
                </a:lnTo>
                <a:lnTo>
                  <a:pt x="0" y="501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55" t="-219060" r="-2025" b="-264178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46523" y="-2478597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39603" y="1753799"/>
            <a:ext cx="7019697" cy="10556306"/>
            <a:chOff x="0" y="0"/>
            <a:chExt cx="660400" cy="993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993118"/>
            </a:xfrm>
            <a:custGeom>
              <a:avLst/>
              <a:gdLst/>
              <a:ahLst/>
              <a:cxnLst/>
              <a:rect r="r" b="b" t="t" l="l"/>
              <a:pathLst>
                <a:path h="99311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507"/>
                  </a:cubicBezTo>
                  <a:lnTo>
                    <a:pt x="660400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60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90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614313" y="2090835"/>
            <a:ext cx="6270276" cy="6270276"/>
            <a:chOff x="0" y="0"/>
            <a:chExt cx="8916670" cy="8916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8903970" cy="8903970"/>
            </a:xfrm>
            <a:custGeom>
              <a:avLst/>
              <a:gdLst/>
              <a:ahLst/>
              <a:cxnLst/>
              <a:rect r="r" b="b" t="t" l="l"/>
              <a:pathLst>
                <a:path h="8903970" w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4940" y="154940"/>
              <a:ext cx="8605520" cy="8605520"/>
            </a:xfrm>
            <a:custGeom>
              <a:avLst/>
              <a:gdLst/>
              <a:ahLst/>
              <a:cxnLst/>
              <a:rect r="r" b="b" t="t" l="l"/>
              <a:pathLst>
                <a:path h="8605520" w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2"/>
              <a:stretch>
                <a:fillRect l="-48723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484060" y="809831"/>
            <a:ext cx="2791199" cy="501926"/>
          </a:xfrm>
          <a:custGeom>
            <a:avLst/>
            <a:gdLst/>
            <a:ahLst/>
            <a:cxnLst/>
            <a:rect r="r" b="b" t="t" l="l"/>
            <a:pathLst>
              <a:path h="501926" w="2791199">
                <a:moveTo>
                  <a:pt x="0" y="0"/>
                </a:moveTo>
                <a:lnTo>
                  <a:pt x="2791199" y="0"/>
                </a:lnTo>
                <a:lnTo>
                  <a:pt x="2791199" y="501926"/>
                </a:lnTo>
                <a:lnTo>
                  <a:pt x="0" y="501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5" t="-219060" r="-2025" b="-26417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91878" y="3496375"/>
            <a:ext cx="8075257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Um comando, tudo em Docker: </a:t>
            </a:r>
            <a:r>
              <a:rPr lang="en-US" b="true" sz="2499" spc="-49" strike="noStrike" u="none">
                <a:solidFill>
                  <a:srgbClr val="2B1E17"/>
                </a:solidFill>
                <a:latin typeface="Poppins Bold"/>
                <a:ea typeface="Poppins Bold"/>
                <a:cs typeface="Poppins Bold"/>
                <a:sym typeface="Poppins Bold"/>
              </a:rPr>
              <a:t>docker compose run --rm app</a:t>
            </a: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 executa as 7 etapas do pipeline em ~10 s e pode rodar quantas vezes for preciso sem duplicar nada.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49" strike="noStrike" u="none">
                <a:solidFill>
                  <a:srgbClr val="2B1E17"/>
                </a:solidFill>
                <a:latin typeface="Poppins Bold"/>
                <a:ea typeface="Poppins Bold"/>
                <a:cs typeface="Poppins Bold"/>
                <a:sym typeface="Poppins Bold"/>
              </a:rPr>
              <a:t>14 requisitos funcionais atendidos</a:t>
            </a: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, 17 testes automatizados, 3 bancos (PostgreSQL, MongoDB, pgvector) e 8 views alimentando o Superset.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49" strike="noStrike" u="none">
                <a:solidFill>
                  <a:srgbClr val="2B1E17"/>
                </a:solidFill>
                <a:latin typeface="Poppins Bold"/>
                <a:ea typeface="Poppins Bold"/>
                <a:cs typeface="Poppins Bold"/>
                <a:sym typeface="Poppins Bold"/>
              </a:rPr>
              <a:t>3.000 registros → 2.871 válidos e 129 rejeitados com motivo</a:t>
            </a: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; 1.000 embeddings; 1.200 recomendações; 4 KPIs e 1 dashboard com 2 perguntas de negócio respondidas.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1878" y="2260798"/>
            <a:ext cx="8392012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que entregamos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2193" y="1125723"/>
            <a:ext cx="16623613" cy="8132577"/>
          </a:xfrm>
          <a:custGeom>
            <a:avLst/>
            <a:gdLst/>
            <a:ahLst/>
            <a:cxnLst/>
            <a:rect r="r" b="b" t="t" l="l"/>
            <a:pathLst>
              <a:path h="8132577" w="16623613">
                <a:moveTo>
                  <a:pt x="0" y="0"/>
                </a:moveTo>
                <a:lnTo>
                  <a:pt x="16623614" y="0"/>
                </a:lnTo>
                <a:lnTo>
                  <a:pt x="16623614" y="8132577"/>
                </a:lnTo>
                <a:lnTo>
                  <a:pt x="0" y="813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19" b="-283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02520" y="1129818"/>
            <a:ext cx="117156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Arquitetura e requisitos funcionais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85863" y="1186968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5" t="-219060" r="-2025" b="-264178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26714" y="2054483"/>
            <a:ext cx="14234571" cy="7366749"/>
          </a:xfrm>
          <a:custGeom>
            <a:avLst/>
            <a:gdLst/>
            <a:ahLst/>
            <a:cxnLst/>
            <a:rect r="r" b="b" t="t" l="l"/>
            <a:pathLst>
              <a:path h="7366749" w="14234571">
                <a:moveTo>
                  <a:pt x="0" y="0"/>
                </a:moveTo>
                <a:lnTo>
                  <a:pt x="14234572" y="0"/>
                </a:lnTo>
                <a:lnTo>
                  <a:pt x="14234572" y="7366749"/>
                </a:lnTo>
                <a:lnTo>
                  <a:pt x="0" y="7366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52" t="-13740" r="-3671" b="-280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52500"/>
            <a:ext cx="162306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Ingestão e armazenamento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85863" y="1109405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5" t="-219060" r="-2025" b="-264178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26714" y="2054483"/>
            <a:ext cx="14234571" cy="7366749"/>
          </a:xfrm>
          <a:custGeom>
            <a:avLst/>
            <a:gdLst/>
            <a:ahLst/>
            <a:cxnLst/>
            <a:rect r="r" b="b" t="t" l="l"/>
            <a:pathLst>
              <a:path h="7366749" w="14234571">
                <a:moveTo>
                  <a:pt x="0" y="0"/>
                </a:moveTo>
                <a:lnTo>
                  <a:pt x="14234572" y="0"/>
                </a:lnTo>
                <a:lnTo>
                  <a:pt x="14234572" y="7366749"/>
                </a:lnTo>
                <a:lnTo>
                  <a:pt x="0" y="7366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52" t="-13740" r="-3671" b="-280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52500"/>
            <a:ext cx="162306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Busca vetorial e recomendação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85863" y="1109405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5" t="-219060" r="-2025" b="-264178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26714" y="2054483"/>
            <a:ext cx="14234571" cy="7366749"/>
          </a:xfrm>
          <a:custGeom>
            <a:avLst/>
            <a:gdLst/>
            <a:ahLst/>
            <a:cxnLst/>
            <a:rect r="r" b="b" t="t" l="l"/>
            <a:pathLst>
              <a:path h="7366749" w="14234571">
                <a:moveTo>
                  <a:pt x="0" y="0"/>
                </a:moveTo>
                <a:lnTo>
                  <a:pt x="14234572" y="0"/>
                </a:lnTo>
                <a:lnTo>
                  <a:pt x="14234572" y="7366749"/>
                </a:lnTo>
                <a:lnTo>
                  <a:pt x="0" y="7366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52" t="-13740" r="-3671" b="-280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52500"/>
            <a:ext cx="162306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principais descobertas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85863" y="1109405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5" t="-219060" r="-2025" b="-264178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26714" y="2054483"/>
            <a:ext cx="14234571" cy="7366749"/>
          </a:xfrm>
          <a:custGeom>
            <a:avLst/>
            <a:gdLst/>
            <a:ahLst/>
            <a:cxnLst/>
            <a:rect r="r" b="b" t="t" l="l"/>
            <a:pathLst>
              <a:path h="7366749" w="14234571">
                <a:moveTo>
                  <a:pt x="0" y="0"/>
                </a:moveTo>
                <a:lnTo>
                  <a:pt x="14234572" y="0"/>
                </a:lnTo>
                <a:lnTo>
                  <a:pt x="14234572" y="7366749"/>
                </a:lnTo>
                <a:lnTo>
                  <a:pt x="0" y="7366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52" t="-13740" r="-3671" b="-280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52500"/>
            <a:ext cx="162306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Dificuldades, limitações e uso da IA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85863" y="1109405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5" t="-219060" r="-2025" b="-264178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976" y="2142523"/>
            <a:ext cx="19143039" cy="3202145"/>
            <a:chOff x="0" y="0"/>
            <a:chExt cx="4373628" cy="731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3628" cy="731597"/>
            </a:xfrm>
            <a:custGeom>
              <a:avLst/>
              <a:gdLst/>
              <a:ahLst/>
              <a:cxnLst/>
              <a:rect r="r" b="b" t="t" l="l"/>
              <a:pathLst>
                <a:path h="731597" w="4373628">
                  <a:moveTo>
                    <a:pt x="3640" y="0"/>
                  </a:moveTo>
                  <a:lnTo>
                    <a:pt x="4369988" y="0"/>
                  </a:lnTo>
                  <a:cubicBezTo>
                    <a:pt x="4371998" y="0"/>
                    <a:pt x="4373628" y="1630"/>
                    <a:pt x="4373628" y="3640"/>
                  </a:cubicBezTo>
                  <a:lnTo>
                    <a:pt x="4373628" y="727957"/>
                  </a:lnTo>
                  <a:cubicBezTo>
                    <a:pt x="4373628" y="729968"/>
                    <a:pt x="4371998" y="731597"/>
                    <a:pt x="4369988" y="731597"/>
                  </a:cubicBezTo>
                  <a:lnTo>
                    <a:pt x="3640" y="731597"/>
                  </a:lnTo>
                  <a:cubicBezTo>
                    <a:pt x="1630" y="731597"/>
                    <a:pt x="0" y="729968"/>
                    <a:pt x="0" y="727957"/>
                  </a:cubicBezTo>
                  <a:lnTo>
                    <a:pt x="0" y="3640"/>
                  </a:lnTo>
                  <a:cubicBezTo>
                    <a:pt x="0" y="1630"/>
                    <a:pt x="1630" y="0"/>
                    <a:pt x="364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3628" cy="76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60385" y="5792344"/>
            <a:ext cx="3171747" cy="317174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58127" y="5792344"/>
            <a:ext cx="3171747" cy="317174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55868" y="5792344"/>
            <a:ext cx="3171747" cy="317174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152" t="0" r="-3152" b="-6305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534760"/>
            <a:ext cx="5493572" cy="987879"/>
          </a:xfrm>
          <a:custGeom>
            <a:avLst/>
            <a:gdLst/>
            <a:ahLst/>
            <a:cxnLst/>
            <a:rect r="r" b="b" t="t" l="l"/>
            <a:pathLst>
              <a:path h="987879" w="5493572">
                <a:moveTo>
                  <a:pt x="0" y="0"/>
                </a:moveTo>
                <a:lnTo>
                  <a:pt x="5493572" y="0"/>
                </a:lnTo>
                <a:lnTo>
                  <a:pt x="5493572" y="987880"/>
                </a:lnTo>
                <a:lnTo>
                  <a:pt x="0" y="987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55" t="-219060" r="-2025" b="-26417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25720" y="9271450"/>
            <a:ext cx="512709" cy="512709"/>
          </a:xfrm>
          <a:custGeom>
            <a:avLst/>
            <a:gdLst/>
            <a:ahLst/>
            <a:cxnLst/>
            <a:rect r="r" b="b" t="t" l="l"/>
            <a:pathLst>
              <a:path h="512709" w="512709">
                <a:moveTo>
                  <a:pt x="0" y="0"/>
                </a:moveTo>
                <a:lnTo>
                  <a:pt x="512709" y="0"/>
                </a:lnTo>
                <a:lnTo>
                  <a:pt x="512709" y="512710"/>
                </a:lnTo>
                <a:lnTo>
                  <a:pt x="0" y="512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66558" y="9271450"/>
            <a:ext cx="512709" cy="512709"/>
          </a:xfrm>
          <a:custGeom>
            <a:avLst/>
            <a:gdLst/>
            <a:ahLst/>
            <a:cxnLst/>
            <a:rect r="r" b="b" t="t" l="l"/>
            <a:pathLst>
              <a:path h="512709" w="512709">
                <a:moveTo>
                  <a:pt x="0" y="0"/>
                </a:moveTo>
                <a:lnTo>
                  <a:pt x="512710" y="0"/>
                </a:lnTo>
                <a:lnTo>
                  <a:pt x="512710" y="512710"/>
                </a:lnTo>
                <a:lnTo>
                  <a:pt x="0" y="512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054626" y="9271450"/>
            <a:ext cx="512709" cy="512709"/>
          </a:xfrm>
          <a:custGeom>
            <a:avLst/>
            <a:gdLst/>
            <a:ahLst/>
            <a:cxnLst/>
            <a:rect r="r" b="b" t="t" l="l"/>
            <a:pathLst>
              <a:path h="512709" w="512709">
                <a:moveTo>
                  <a:pt x="0" y="0"/>
                </a:moveTo>
                <a:lnTo>
                  <a:pt x="512709" y="0"/>
                </a:lnTo>
                <a:lnTo>
                  <a:pt x="512709" y="512710"/>
                </a:lnTo>
                <a:lnTo>
                  <a:pt x="0" y="512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80285" y="3010933"/>
            <a:ext cx="12127430" cy="182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92"/>
              </a:lnSpc>
            </a:pPr>
            <a:r>
              <a:rPr lang="en-US" b="true" sz="14400" spc="-28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OBRIGADO!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38429" y="9162680"/>
            <a:ext cx="2996089" cy="69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Kevin da Silva Medeiros 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KevinSMedeiros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86918" y="9162680"/>
            <a:ext cx="154193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Victor Griggi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vctorgriggi</a:t>
            </a:r>
          </a:p>
        </p:txBody>
      </p:sp>
      <p:sp>
        <p:nvSpPr>
          <p:cNvPr name="TextBox 17" id="917"/>
          <p:cNvSpPr txBox="true"/>
          <p:nvPr/>
        </p:nvSpPr>
        <p:spPr>
          <a:xfrm rot="0">
            <a:off x="8183879" y="9162680"/>
            <a:ext cx="310896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Vinycius Yuji Mogami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vinyuji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70802" y="431833"/>
            <a:ext cx="854187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Fundamentos de Dados para IA - Prof. Elmo de Faria e Prof. Josiel Figueiredo</a:t>
            </a:r>
          </a:p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Pitch Técnico - Desafio 01 - Turma Noturno</a:t>
            </a:r>
          </a:p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13 de setembro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DAHVCQf44D8</dc:identifier>
  <dcterms:modified xsi:type="dcterms:W3CDTF">2011-08-01T06:04:30Z</dcterms:modified>
  <cp:revision>1</cp:revision>
  <dc:title>Cópia de [FICDEV_IA] Pitch - Desafio 02</dc:title>
</cp:coreProperties>
</file>